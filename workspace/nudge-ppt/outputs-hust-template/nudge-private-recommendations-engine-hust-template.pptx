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Nudge: A Private Recommendations Engine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为什么需要 Nudge？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系统总览：三服务器拆分信任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威胁模型：强隐私，但不是万能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矩阵分解直觉：把评分矩阵压成低秩表示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算法步骤：Power Iteration 做私有矩阵分解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为什么这个算法适合 3PC？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复杂度叙事：通信从跟评分数走变成跟用户+物品走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推荐质量：接近明文矩阵分解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性能：私有矩阵分解从天/小时压到秒/分钟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端到端与横向扩展：训练重，服务轻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局限、扩展与汇报结论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